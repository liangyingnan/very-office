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Relationship Id="rId2" Type="http://schemas.openxmlformats.org/package/2006/relationships/metadata/core-properties" Target="docProps/core.xml"/>
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9144000" cy="6858000" type="screen4x3"/>
  <p:notesSz cx="6858000" cy="9144000"/>
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Master" Target="slideMasters/slideMaster1.xml"/>
<Relationship Id="rId2" Type="http://schemas.openxmlformats.org/officeDocument/2006/relationships/slide" Target="slides/slide1.xml"/>
<Relationship Id="rId3" Type="http://schemas.openxmlformats.org/officeDocument/2006/relationships/theme" Target="theme/theme1.xml"/>
</Relationships>
</file>

<file path=ppt/slideLayouts/_rels/slideLayout1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</a:ln>
      </a:lnStyleLst>
      <a:effectStyleLst>
        <a:effectStyle/>
      </a:effectStyleLst>
      <a:bgFillStyleLst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ONLYOFFICE</Application>
</Properties>
</file>

<file path=docProps/core.xml><?xml version="1.0" encoding="utf-8"?>
<cp:coreProperties xmlns:cp="http://schemas.openxmlformats.org/package/2006/metadata/core-properties" xmlns:dc="http://purl.org/dc/elements/1.1/">
  <dc:title/>
  <dc:creator/>
</cp:coreProperties>
</file>